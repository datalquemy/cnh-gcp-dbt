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18B62-1A3A-EF0C-6CFB-2FE1F376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847046-E9A6-ACAC-E711-EC1442716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309118-B866-4263-CF84-15CA31A6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131FE-A3D5-C52B-DE66-4681C6C3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8A2586-24E6-A0D6-8CD8-1AA5B5F5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112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F92A3-6DB9-D780-6847-5FF6C97C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F23438-9544-C43E-07F4-2FD37B7F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3A323-2619-7722-791B-8C4F464F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C882D1-E3BB-B39A-37DD-D7E7285A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E003EC-70F5-103F-643D-9E4D682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773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3A6B6-A4E8-A166-DE8F-8AF0720A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2D5131-2C58-B84C-0980-302C182D6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A5A133-0E88-8509-8D35-8A8B3EE4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7D0D28-F144-3C3F-7995-270937D6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887880-CB35-A6F8-BF8B-610F1E29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7513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0B010-9DEC-D397-E920-D928B54E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6F81EF-66E4-3E07-DDFD-6AF6F1AC4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E803B0-E3AD-B94C-6462-B658295A7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637AC-7B21-68C3-4682-51AFA58D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179D11-1C75-29CD-14A0-5F84DF2F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3C9279-1EA0-7315-1F47-879CEF0B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80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D9957-C4C5-1467-D4AC-BE0DB9ED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79657F-B45F-ED3C-536D-797D6425D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F5B764-DBCB-48A2-8D8E-EC7FD960C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7805C1-1896-1D54-A5F2-D6F60CC08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E2D465-E9B7-B506-A4D1-174B08363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00A1009-E14C-82D7-81C3-7CAF18C9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5F9BF9-F4AB-FE47-8EEB-0DE8A8BA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5C4E24-DC1B-D913-2B7F-2225FF49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134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CF0F0-26FF-E675-8110-64CF3B83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3BEC5F-ECAC-1B3E-B31A-A429D0BA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6B96F0-C10F-ADCD-901E-0951A55B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640457-8D13-54C3-4BAC-69E309E4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259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EF75D4-B2EA-6E6E-3F21-9879F38D1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790F6B-FAA4-6B1F-97BB-16F02321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C0E0D0-87D5-AE4B-A9FC-68AA767DB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960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B1EB8-9201-023E-8FB6-FE4BD4251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E97444-1B06-D998-22CC-2FBF2400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A6F341-19F1-F187-B674-2868A4CB7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7705FC-6CCA-1BEC-92B4-9A23E9D0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D66FCE-E41C-3F13-5B14-6F49F938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CA9815-6993-00F6-9257-5B7EBCDE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581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4044E-34E0-0F68-7F51-8E9F3360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78150A-CA71-4946-1A9E-BC3005ABC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BB5776-D352-CE83-BD47-BDE7E3205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67C85B-B823-12BA-3117-C76C5CC0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126222-0667-826F-CF1E-03FE1D5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04FE2C-EC54-B575-D9EF-6FD99976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036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0401E-0D84-931F-AEE8-23EBFF4B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83C35B-ED0C-C194-807A-C77108259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A56BEA-C404-CFDC-D723-BBEA4F4A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FB727-55B9-57C7-C159-2B6BF0CE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B3444D-4871-9E0E-E17F-EE256D4D1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965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38D5E1-8E6F-9C6B-3517-550734C1D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385EE9-87FF-1EFB-653E-12BBA3AF9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523E30-3C7C-A136-7215-AC187E90D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9806A-7EB4-87DD-A20B-2EB031491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EFEB0-BF37-F3A4-3C26-660BE9B0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881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99185B-6E53-1A53-9D9A-E8C28190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501755-E4B1-EC20-BC0D-1E6CBFBD7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975C8-271F-CAD4-8CFB-B2CCF4F59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96928-5125-419F-8888-167B7F2048D6}" type="datetimeFigureOut">
              <a:rPr lang="es-MX" smtClean="0"/>
              <a:t>12/11/2025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C0E328-37CC-9F75-9D5B-E5DAC50C1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FFDA1-6368-7E87-421D-AA971A1FB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FAD63-2B67-4C51-B68E-41D6160D4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698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E6F6E-42C5-7ED4-1935-98377EAC9D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1F4A0A-D9FA-EE74-8137-A0D82C441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847626-F658-4F20-2166-FFF9ACE9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417"/>
            <a:ext cx="12192000" cy="62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3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207FD-5307-719E-4E46-336CFA63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7B748E-1142-AE49-A0F9-CB773AE2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D45B34-0DF2-B358-C691-A19499CDA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22" y="0"/>
            <a:ext cx="4944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81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EA81C-CAE5-69B0-56ED-AA0D5721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359AE9-943C-D459-865C-03314E499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739EC0-AD73-F216-593F-5ED215645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488"/>
            <a:ext cx="12192000" cy="631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3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8559D-BC26-19D0-6117-A6D82EBB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216003-635F-A2DC-32AB-61CA051D4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51E306-D4D2-8D23-A1BF-D8C8C527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50" y="647312"/>
            <a:ext cx="10745700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7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86A40-FFEC-E1E3-819C-3EA9A476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17DA96-690E-E34B-5E3D-157254832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D70A3D-0F26-8D73-95E8-96207CDF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334"/>
            <a:ext cx="12192000" cy="55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0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D735F-B582-EE40-0642-68438E4B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746468-E185-93BF-E6DD-9E0E367C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BF5306-799C-1CA5-C2C9-42F0C22BF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452" y="0"/>
            <a:ext cx="5341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57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651FC-3089-7F8F-AC82-5D50949A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27648-7390-D0AF-1CBE-F77B62041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BF49E1-941D-F521-3578-1919960F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398" y="0"/>
            <a:ext cx="3425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6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1515F-6157-49D6-4FEB-77D673DA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F615D8-DCB5-8135-93CA-29981F291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7ACB77-BA06-0B51-5DF5-7FB6FC625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152"/>
            <a:ext cx="12192000" cy="598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B1324-23A8-D5D9-E4C2-B9C5F36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C299E-CADF-F1E6-A6BF-CADEED897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07C3C5-B16B-8CD7-E60F-AE989F032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918"/>
            <a:ext cx="12192000" cy="606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57DA9-8D8C-8CCC-14A4-8BE66A0B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0EF51-2FD1-E624-C271-4206EE4D3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27A6DB-CD3D-DE2F-9EEB-B9D0034DC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170" y="0"/>
            <a:ext cx="6679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2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A4B89-0CC4-B13F-A537-89BE7103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6C5CB5-35A6-9ECA-2B9A-73B39611D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34EB84-CEC7-4A25-4C13-852B1CB8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87" y="0"/>
            <a:ext cx="10237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4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F088F-7F82-4B6C-4ED2-12E4101F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ED287E-5474-2A44-5B3D-34938E472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05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7C03F-B5E6-9548-0DA7-3ABCD178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841B58-C6AC-1268-65E7-9BB4F07D2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AE18E6-6FC0-07F5-34FE-4F8C6824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848"/>
            <a:ext cx="12192000" cy="591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6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946B6-0F54-24F2-6108-B98F2182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092B42-FAB1-EFBC-1B56-6DBB2CE0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E6449A-AA4C-B903-DDEA-3864BEAFF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572"/>
            <a:ext cx="12192000" cy="45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0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81461-D16A-B532-6464-F4CC8F53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273C2D-38D4-5611-A148-B82BD8049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2435BF-44B2-E9E9-BC54-C5A46B1D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56" y="0"/>
            <a:ext cx="10833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80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C7D95-E8F2-0AC1-02F4-8E0C0B83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07060-078B-72A1-35BA-E4F7DE93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35CE7A-0854-4EF1-5B6A-5F3CB629C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8274"/>
            <a:ext cx="12192000" cy="478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190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</Words>
  <Application>Microsoft Office PowerPoint</Application>
  <PresentationFormat>Panorámica</PresentationFormat>
  <Paragraphs>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GAS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Pérez Cabrera</dc:creator>
  <cp:lastModifiedBy>Emmanuel Pérez Cabrera</cp:lastModifiedBy>
  <cp:revision>1</cp:revision>
  <dcterms:created xsi:type="dcterms:W3CDTF">2025-11-12T14:34:31Z</dcterms:created>
  <dcterms:modified xsi:type="dcterms:W3CDTF">2025-11-12T19:06:48Z</dcterms:modified>
</cp:coreProperties>
</file>